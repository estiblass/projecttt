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007D"/>
    <a:srgbClr val="E600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900B6FB-FE39-E263-63F6-897299D63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9925C235-88FC-7A04-8399-C39FA7A0E1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53C1C44-31A8-48BC-B62B-1FFCD4B50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D675-5A79-4F1C-ADA8-2406F532BE9D}" type="datetimeFigureOut">
              <a:rPr lang="he-IL" smtClean="0"/>
              <a:t>ל'/סיון/תשפ"ג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4F699A1-7D49-63A6-CFDA-BE57AC9F5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4142CEE-CA6E-B216-E072-51531414B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FEF9D-F40A-44B5-9B33-550E0575C5C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43374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70B666C-22F7-55E0-086C-4E11D31CA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1B85845-EF81-2379-67B0-38D6F12B5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AD42EF7-306C-8E6D-01FA-5D30B24C9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D675-5A79-4F1C-ADA8-2406F532BE9D}" type="datetimeFigureOut">
              <a:rPr lang="he-IL" smtClean="0"/>
              <a:t>ל'/סיון/תשפ"ג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5BFDFBB-84CF-1A51-F450-F0F27B2AB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C969742-ED00-3A2A-F4C9-18AC2AB88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FEF9D-F40A-44B5-9B33-550E0575C5C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19804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0F04B45-DB48-5911-E7BA-ED9C14928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397FC5E-66E6-5851-2B3E-21DAB9B0E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7F95970-E5CD-2CAA-F4BD-7281F7A97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D675-5A79-4F1C-ADA8-2406F532BE9D}" type="datetimeFigureOut">
              <a:rPr lang="he-IL" smtClean="0"/>
              <a:t>ל'/סיון/תשפ"ג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E86F3B4-AE8C-1427-95F2-0C13C3BD4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0E7E82A-AA76-62C8-5106-7DD3C1BC7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FEF9D-F40A-44B5-9B33-550E0575C5C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13072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8D18FD9-DC42-E169-9513-17F5DD575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71617BE-6220-4F15-FA43-39275B5D36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63A729DE-1B4B-72CF-1C84-71B43ED1F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D66BC0E-2126-C02C-B294-52465F916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D675-5A79-4F1C-ADA8-2406F532BE9D}" type="datetimeFigureOut">
              <a:rPr lang="he-IL" smtClean="0"/>
              <a:t>ל'/סיון/תשפ"ג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53D56BEA-47DE-2C9E-DC10-D5125599C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C991DD04-825C-EE6B-12F9-0230E8D52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FEF9D-F40A-44B5-9B33-550E0575C5C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3996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42EEC4C-4207-3B29-0784-B26B61769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AED0C22-D988-64F9-6F02-297A302F8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D07AD8F9-AD0D-C689-0BEF-C01F4A8E09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C4919026-FA0B-6416-E945-0BFBD70CC8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CF851C4C-DEA6-A66A-3C69-FDC74FE5DF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D3F247CA-C8A1-8EA6-BFFC-604385491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D675-5A79-4F1C-ADA8-2406F532BE9D}" type="datetimeFigureOut">
              <a:rPr lang="he-IL" smtClean="0"/>
              <a:t>ל'/סיון/תשפ"ג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B24BC054-B5CA-4B5E-8458-BE694A013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5B374440-5945-B050-6E0C-ED896A44F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FEF9D-F40A-44B5-9B33-550E0575C5C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30107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25CE815-5644-C9FA-5137-F9FCA4BC3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6741AE2B-DF9F-C46F-A6A6-BC7266F95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D675-5A79-4F1C-ADA8-2406F532BE9D}" type="datetimeFigureOut">
              <a:rPr lang="he-IL" smtClean="0"/>
              <a:t>ל'/סיון/תשפ"ג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CA2AE5FB-A56E-D3EF-C796-7564B705E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7607F6AB-924A-EA33-C1B9-073BF42D6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FEF9D-F40A-44B5-9B33-550E0575C5C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46121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E8BF10AA-593C-8081-9C62-6F37A78EB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D675-5A79-4F1C-ADA8-2406F532BE9D}" type="datetimeFigureOut">
              <a:rPr lang="he-IL" smtClean="0"/>
              <a:t>ל'/סיון/תשפ"ג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9930F97E-54D6-D9DD-5F00-03C0F466C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3D6FC5ED-DA61-46CB-E91D-5842EEAD3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FEF9D-F40A-44B5-9B33-550E0575C5C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17528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1CE5995-A0DB-A7D3-8040-76DE72B5E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4928D8F-1190-544B-3491-6CC9AC49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00EF3334-17ED-2D2A-6F3A-11E88B8160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101A279-2835-773D-8B38-12A1AAEAC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D675-5A79-4F1C-ADA8-2406F532BE9D}" type="datetimeFigureOut">
              <a:rPr lang="he-IL" smtClean="0"/>
              <a:t>ל'/סיון/תשפ"ג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F6BA73F-80E1-2459-C450-E6556ACD9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EDC43C4-DF26-7CC6-2D71-3008F28B3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FEF9D-F40A-44B5-9B33-550E0575C5C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75952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21ABD52-50C1-E8A0-E031-ABABD1616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8B6F7B3B-B2EC-B6F6-A448-A255BF5BEE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92F97C60-322F-EE5A-B01C-CB519D1A0D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B166159-556F-DE0A-FE8F-DEC133E4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D675-5A79-4F1C-ADA8-2406F532BE9D}" type="datetimeFigureOut">
              <a:rPr lang="he-IL" smtClean="0"/>
              <a:t>ל'/סיון/תשפ"ג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C31B29B-EAFE-448C-87BD-3D779052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6067034F-6566-D637-970B-B2E3A5B90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FEF9D-F40A-44B5-9B33-550E0575C5C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98056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754C89D-1BB2-87BB-E8E9-208A2F6A0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2D23AA02-F55D-8467-E620-0E3B75CF96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9C67EEB-1326-3BBB-7072-C2A16D7C9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D675-5A79-4F1C-ADA8-2406F532BE9D}" type="datetimeFigureOut">
              <a:rPr lang="he-IL" smtClean="0"/>
              <a:t>ל'/סיון/תשפ"ג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4AA4DD5-D422-40DD-152F-77E02906E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8DB53D6-828B-B893-A903-A1309732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FEF9D-F40A-44B5-9B33-550E0575C5C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0485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7BD7EBFB-40A6-1D81-A5D8-B3AD5C0DEC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55B9C484-1272-1ADC-353E-23CF9F6A9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10E8026-F621-8099-6DD1-10DF53EE0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D675-5A79-4F1C-ADA8-2406F532BE9D}" type="datetimeFigureOut">
              <a:rPr lang="he-IL" smtClean="0"/>
              <a:t>ל'/סיון/תשפ"ג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A362FAE-684F-D365-8383-81CFD74A5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49BB03B-2B88-03E2-3B1A-A02F6460A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FEF9D-F40A-44B5-9B33-550E0575C5C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8045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04D8CA13-5CAD-5125-AA9D-CF77EB82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4CCAE0E8-DD7D-5D50-BE67-8385CC2B3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C151FFA-4237-A050-7570-43380AA739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8D675-5A79-4F1C-ADA8-2406F532BE9D}" type="datetimeFigureOut">
              <a:rPr lang="he-IL" smtClean="0"/>
              <a:t>ל'/סיון/תשפ"ג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546700F-A78D-431E-5044-63247B40AD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EC15A49-FCE1-1DEA-493E-D11482CFEA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FEF9D-F40A-44B5-9B33-550E0575C5C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95112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6C91316A-CCFA-1196-DF6C-5C2F55DC85C4}"/>
              </a:ext>
            </a:extLst>
          </p:cNvPr>
          <p:cNvSpPr txBox="1"/>
          <p:nvPr/>
        </p:nvSpPr>
        <p:spPr>
          <a:xfrm>
            <a:off x="2163695" y="740642"/>
            <a:ext cx="7864610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5400" b="1" dirty="0">
                <a:solidFill>
                  <a:srgbClr val="E6007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המרת כתב יד לכתב מחשב</a:t>
            </a: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61C81AED-CDEA-AD86-612B-294B5600E523}"/>
              </a:ext>
            </a:extLst>
          </p:cNvPr>
          <p:cNvSpPr txBox="1"/>
          <p:nvPr/>
        </p:nvSpPr>
        <p:spPr>
          <a:xfrm>
            <a:off x="-156527" y="4774988"/>
            <a:ext cx="4010526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dirty="0"/>
              <a:t>מגישות: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dirty="0"/>
              <a:t>חני פולק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dirty="0"/>
              <a:t>יעל בלס</a:t>
            </a:r>
          </a:p>
        </p:txBody>
      </p:sp>
    </p:spTree>
    <p:extLst>
      <p:ext uri="{BB962C8B-B14F-4D97-AF65-F5344CB8AC3E}">
        <p14:creationId xmlns:p14="http://schemas.microsoft.com/office/powerpoint/2010/main" val="2762475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E16A3F4F-79E4-4929-BA67-29983265EB07}"/>
              </a:ext>
            </a:extLst>
          </p:cNvPr>
          <p:cNvSpPr txBox="1"/>
          <p:nvPr/>
        </p:nvSpPr>
        <p:spPr>
          <a:xfrm>
            <a:off x="7288566" y="515995"/>
            <a:ext cx="4112541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600" b="1" dirty="0">
                <a:solidFill>
                  <a:srgbClr val="FA007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הצגת הפרויקט:</a:t>
            </a:r>
          </a:p>
          <a:p>
            <a:endParaRPr lang="he-IL" dirty="0"/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1DB472A8-E670-0674-EA73-C66637BFD225}"/>
              </a:ext>
            </a:extLst>
          </p:cNvPr>
          <p:cNvSpPr txBox="1"/>
          <p:nvPr/>
        </p:nvSpPr>
        <p:spPr>
          <a:xfrm>
            <a:off x="4028201" y="1582485"/>
            <a:ext cx="7009593" cy="1446550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he-IL" sz="2400" dirty="0"/>
              <a:t>סריקת מסמך בכתב יד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he-IL" sz="2400" dirty="0"/>
              <a:t>החזרת המסמך מוקלד</a:t>
            </a:r>
          </a:p>
          <a:p>
            <a:pPr algn="r"/>
            <a:endParaRPr lang="he-IL" sz="2000" dirty="0"/>
          </a:p>
          <a:p>
            <a:pPr algn="r"/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val="3340268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A97C7706-6B51-25F2-8979-85DA020BABF9}"/>
              </a:ext>
            </a:extLst>
          </p:cNvPr>
          <p:cNvSpPr txBox="1"/>
          <p:nvPr/>
        </p:nvSpPr>
        <p:spPr>
          <a:xfrm>
            <a:off x="7566817" y="541118"/>
            <a:ext cx="3765666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3200" b="1" dirty="0">
                <a:solidFill>
                  <a:srgbClr val="FA007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תהליך בנית הפרויקט</a:t>
            </a: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E210D6ED-E4B2-2F1D-4C2A-F5F1E940D200}"/>
              </a:ext>
            </a:extLst>
          </p:cNvPr>
          <p:cNvSpPr txBox="1"/>
          <p:nvPr/>
        </p:nvSpPr>
        <p:spPr>
          <a:xfrm>
            <a:off x="988990" y="1428452"/>
            <a:ext cx="9950335" cy="200054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2400" b="1" dirty="0">
                <a:solidFill>
                  <a:srgbClr val="FA007D"/>
                </a:solidFill>
              </a:rPr>
              <a:t>השלבים: </a:t>
            </a:r>
          </a:p>
          <a:p>
            <a:pPr marL="457200" indent="-457200" algn="r">
              <a:buAutoNum type="arabicPeriod"/>
            </a:pPr>
            <a:r>
              <a:rPr lang="he-IL" sz="2000" dirty="0"/>
              <a:t>מציאת </a:t>
            </a:r>
            <a:r>
              <a:rPr lang="en-US" sz="2000" dirty="0" smtClean="0"/>
              <a:t>database</a:t>
            </a:r>
            <a:r>
              <a:rPr lang="he-IL" sz="2000" dirty="0" smtClean="0"/>
              <a:t>.</a:t>
            </a:r>
            <a:endParaRPr lang="he-IL" sz="2000" dirty="0"/>
          </a:p>
          <a:p>
            <a:pPr marL="457200" indent="-457200" algn="r">
              <a:buAutoNum type="arabicPeriod"/>
            </a:pPr>
            <a:r>
              <a:rPr lang="he-IL" sz="2000" dirty="0"/>
              <a:t>אימון המודל.</a:t>
            </a:r>
          </a:p>
          <a:p>
            <a:pPr marL="457200" indent="-457200" algn="r">
              <a:buAutoNum type="arabicPeriod"/>
            </a:pPr>
            <a:r>
              <a:rPr lang="he-IL" sz="2000" dirty="0"/>
              <a:t>חיתוך וסידור האותיות של מסמך המקור.</a:t>
            </a:r>
          </a:p>
          <a:p>
            <a:pPr marL="457200" indent="-457200" algn="r">
              <a:buAutoNum type="arabicPeriod"/>
            </a:pPr>
            <a:r>
              <a:rPr lang="he-IL" sz="2000" dirty="0"/>
              <a:t>זיהוי האותיות.</a:t>
            </a:r>
          </a:p>
          <a:p>
            <a:pPr marL="457200" indent="-457200" algn="r">
              <a:buAutoNum type="arabicPeriod"/>
            </a:pPr>
            <a:r>
              <a:rPr lang="he-IL" sz="2000" dirty="0"/>
              <a:t>הצגת המידע המעובד </a:t>
            </a:r>
            <a:r>
              <a:rPr lang="he-IL" sz="2000" dirty="0" smtClean="0"/>
              <a:t>למשתמש.</a:t>
            </a:r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val="1121365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FA8DED10-2200-4D30-8CD9-67237CEB0BE3}"/>
              </a:ext>
            </a:extLst>
          </p:cNvPr>
          <p:cNvSpPr txBox="1"/>
          <p:nvPr/>
        </p:nvSpPr>
        <p:spPr>
          <a:xfrm>
            <a:off x="1204154" y="3324226"/>
            <a:ext cx="9850582" cy="286232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000" b="1" dirty="0">
                <a:solidFill>
                  <a:srgbClr val="FA007D"/>
                </a:solidFill>
              </a:rPr>
              <a:t>2. בחירת המודל: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b="1" dirty="0"/>
              <a:t>אפשרות 1</a:t>
            </a:r>
            <a:r>
              <a:rPr lang="he-IL" dirty="0"/>
              <a:t>:</a:t>
            </a:r>
          </a:p>
          <a:p>
            <a:pPr lvl="1"/>
            <a:r>
              <a:rPr lang="he-IL" sz="2000" dirty="0"/>
              <a:t>     מודל </a:t>
            </a:r>
            <a:r>
              <a:rPr lang="en-US" sz="2000" dirty="0"/>
              <a:t>VGG16 </a:t>
            </a:r>
            <a:endParaRPr lang="he-IL" sz="2000" dirty="0"/>
          </a:p>
          <a:p>
            <a:pPr algn="r"/>
            <a:r>
              <a:rPr lang="he-IL" sz="2000" dirty="0"/>
              <a:t>           </a:t>
            </a:r>
            <a:r>
              <a:rPr lang="he-IL" sz="2000" dirty="0" smtClean="0"/>
              <a:t>הבעיה רשת מורכבת </a:t>
            </a:r>
            <a:r>
              <a:rPr lang="he-IL" sz="2000" dirty="0"/>
              <a:t>מידי ללא צורך.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b="1" dirty="0"/>
              <a:t>אפשרות 2:</a:t>
            </a:r>
          </a:p>
          <a:p>
            <a:pPr algn="r"/>
            <a:r>
              <a:rPr lang="he-IL" sz="2000" dirty="0"/>
              <a:t>           </a:t>
            </a:r>
            <a:r>
              <a:rPr lang="he-IL" sz="2000" dirty="0" smtClean="0"/>
              <a:t>בנית רשת נוירונים</a:t>
            </a:r>
            <a:endParaRPr lang="he-IL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b="1" dirty="0"/>
              <a:t>שדרוג:</a:t>
            </a:r>
          </a:p>
          <a:p>
            <a:pPr algn="r"/>
            <a:r>
              <a:rPr lang="he-IL" sz="2000" dirty="0"/>
              <a:t>	הפחתת השכבות</a:t>
            </a:r>
          </a:p>
          <a:p>
            <a:pPr algn="r"/>
            <a:r>
              <a:rPr lang="he-IL" sz="2000" dirty="0"/>
              <a:t>	עצירה אוטומטית כאשר אין שיפור בתוצאת האימון</a:t>
            </a: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47720B1A-FC9C-16B7-FF32-D221F9168431}"/>
              </a:ext>
            </a:extLst>
          </p:cNvPr>
          <p:cNvSpPr txBox="1"/>
          <p:nvPr/>
        </p:nvSpPr>
        <p:spPr>
          <a:xfrm>
            <a:off x="8453579" y="379063"/>
            <a:ext cx="2920753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b="1" dirty="0">
                <a:solidFill>
                  <a:srgbClr val="FA007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פירוט:</a:t>
            </a: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1BA09D4D-27B0-39E6-C870-3A0F1850C57E}"/>
              </a:ext>
            </a:extLst>
          </p:cNvPr>
          <p:cNvSpPr txBox="1"/>
          <p:nvPr/>
        </p:nvSpPr>
        <p:spPr>
          <a:xfrm>
            <a:off x="1970843" y="1251480"/>
            <a:ext cx="9083893" cy="150810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>
              <a:buAutoNum type="arabicPeriod"/>
            </a:pPr>
            <a:r>
              <a:rPr lang="he-IL" sz="2000" b="1" dirty="0">
                <a:solidFill>
                  <a:srgbClr val="FA007D"/>
                </a:solidFill>
              </a:rPr>
              <a:t>מציאת </a:t>
            </a:r>
            <a:r>
              <a:rPr lang="en-US" sz="2000" b="1" dirty="0" smtClean="0">
                <a:solidFill>
                  <a:srgbClr val="FA007D"/>
                </a:solidFill>
              </a:rPr>
              <a:t>database</a:t>
            </a:r>
            <a:r>
              <a:rPr lang="he-IL" sz="2000" b="1" dirty="0" smtClean="0">
                <a:solidFill>
                  <a:srgbClr val="FA007D"/>
                </a:solidFill>
              </a:rPr>
              <a:t>:</a:t>
            </a:r>
            <a:endParaRPr lang="he-IL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e-IL" dirty="0" smtClean="0"/>
              <a:t>בחירת </a:t>
            </a:r>
            <a:r>
              <a:rPr lang="en-US" dirty="0" smtClean="0"/>
              <a:t>  database</a:t>
            </a:r>
            <a:endParaRPr lang="he-IL" dirty="0"/>
          </a:p>
          <a:p>
            <a:r>
              <a:rPr lang="he-IL" dirty="0" smtClean="0"/>
              <a:t>            השתמשנו </a:t>
            </a:r>
            <a:r>
              <a:rPr lang="he-IL" dirty="0"/>
              <a:t>ב </a:t>
            </a:r>
            <a:r>
              <a:rPr lang="he-IL" dirty="0" smtClean="0"/>
              <a:t>–</a:t>
            </a:r>
            <a:r>
              <a:rPr lang="en-US" dirty="0" smtClean="0"/>
              <a:t> hhd_database </a:t>
            </a:r>
            <a:endParaRPr lang="he-IL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dirty="0"/>
              <a:t> עיבוי </a:t>
            </a:r>
            <a:r>
              <a:rPr lang="he-IL" dirty="0" smtClean="0"/>
              <a:t>ה</a:t>
            </a:r>
            <a:r>
              <a:rPr lang="en-US" dirty="0" smtClean="0"/>
              <a:t>.database</a:t>
            </a:r>
            <a:r>
              <a:rPr lang="he-IL" dirty="0" smtClean="0"/>
              <a:t>      </a:t>
            </a:r>
            <a:endParaRPr lang="he-IL" dirty="0"/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061508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2807E60A-812F-85F1-4000-6B8135B9EBAE}"/>
              </a:ext>
            </a:extLst>
          </p:cNvPr>
          <p:cNvSpPr txBox="1"/>
          <p:nvPr/>
        </p:nvSpPr>
        <p:spPr>
          <a:xfrm>
            <a:off x="1866355" y="3554545"/>
            <a:ext cx="9250532" cy="224676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000" b="1" dirty="0">
                <a:solidFill>
                  <a:srgbClr val="FA007D"/>
                </a:solidFill>
              </a:rPr>
              <a:t>4. זיהוי האותיות: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e-IL" sz="2000" dirty="0"/>
              <a:t>שליחת האותיות החתוכות למודל ע"י </a:t>
            </a:r>
            <a:r>
              <a:rPr lang="he-IL" sz="2000" dirty="0" smtClean="0"/>
              <a:t>פונקציית </a:t>
            </a:r>
            <a:r>
              <a:rPr lang="en-US" sz="2000" dirty="0"/>
              <a:t>Predict</a:t>
            </a:r>
            <a:r>
              <a:rPr lang="he-IL" sz="2000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e-IL" sz="2000" dirty="0"/>
              <a:t> אתגר שנתקלנו בו במהלך זיהוי האותיות:</a:t>
            </a:r>
          </a:p>
          <a:p>
            <a:pPr lvl="1"/>
            <a:r>
              <a:rPr lang="he-IL" sz="2000" b="1" dirty="0"/>
              <a:t>      הבעיה: </a:t>
            </a:r>
          </a:p>
          <a:p>
            <a:pPr algn="r"/>
            <a:r>
              <a:rPr lang="he-IL" sz="2000" dirty="0"/>
              <a:t>	 המודל מחזיר אחוזי הצלחה לא גבוהים.</a:t>
            </a:r>
          </a:p>
          <a:p>
            <a:pPr lvl="1"/>
            <a:r>
              <a:rPr lang="he-IL" sz="2000" b="1" dirty="0"/>
              <a:t>     הפתרון:</a:t>
            </a:r>
          </a:p>
          <a:p>
            <a:pPr algn="r"/>
            <a:r>
              <a:rPr lang="he-IL" sz="2000" dirty="0"/>
              <a:t>     	 הצגת טבלת בלבול כדי לראות היכן אחוזי ההצלחה היו לא </a:t>
            </a:r>
            <a:r>
              <a:rPr lang="he-IL" sz="2000" dirty="0" smtClean="0"/>
              <a:t>גבוהים.</a:t>
            </a:r>
            <a:endParaRPr lang="he-IL" sz="2000" dirty="0"/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12C73296-751E-A43E-DEAB-D853AD5CC2DD}"/>
              </a:ext>
            </a:extLst>
          </p:cNvPr>
          <p:cNvSpPr txBox="1"/>
          <p:nvPr/>
        </p:nvSpPr>
        <p:spPr>
          <a:xfrm>
            <a:off x="1075112" y="1134178"/>
            <a:ext cx="10041775" cy="19389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2000" b="1" dirty="0">
                <a:solidFill>
                  <a:srgbClr val="FA007D"/>
                </a:solidFill>
              </a:rPr>
              <a:t>3. הכנת התמונה לזיהוי במודל = חיתוך וסידור האותיות: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e-IL" sz="2000" dirty="0"/>
              <a:t>חיתוך אותיות וזיהוי </a:t>
            </a:r>
            <a:r>
              <a:rPr lang="he-IL" sz="2000" dirty="0" smtClean="0"/>
              <a:t>רווחים </a:t>
            </a:r>
            <a:r>
              <a:rPr lang="he-IL" sz="2000" dirty="0"/>
              <a:t>בין </a:t>
            </a:r>
            <a:r>
              <a:rPr lang="he-IL" sz="2000" dirty="0" smtClean="0"/>
              <a:t>האותיות </a:t>
            </a:r>
            <a:r>
              <a:rPr lang="he-IL" sz="2000" dirty="0"/>
              <a:t>ע"י </a:t>
            </a:r>
            <a:r>
              <a:rPr lang="he-IL" sz="2000" dirty="0" smtClean="0"/>
              <a:t>פונקציית </a:t>
            </a:r>
            <a:r>
              <a:rPr lang="en-US" sz="2000" dirty="0"/>
              <a:t>cut image</a:t>
            </a:r>
            <a:r>
              <a:rPr lang="he-IL" sz="2000" dirty="0"/>
              <a:t> </a:t>
            </a:r>
            <a:r>
              <a:rPr lang="he-IL" sz="2000" dirty="0" smtClean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e-IL" sz="2000" dirty="0" smtClean="0"/>
              <a:t>כדי </a:t>
            </a:r>
            <a:r>
              <a:rPr lang="he-IL" sz="2000" dirty="0"/>
              <a:t>ליעל את </a:t>
            </a:r>
            <a:r>
              <a:rPr lang="he-IL" sz="2000" dirty="0" smtClean="0"/>
              <a:t>האימון, סידור האותיות ע"י פונקציית </a:t>
            </a:r>
            <a:r>
              <a:rPr lang="en-US" sz="2000" dirty="0" smtClean="0"/>
              <a:t>resize_whith_white_background</a:t>
            </a:r>
            <a:r>
              <a:rPr lang="he-IL" sz="2000" dirty="0" smtClean="0"/>
              <a:t> :</a:t>
            </a:r>
            <a:endParaRPr lang="he-IL" sz="2000" dirty="0"/>
          </a:p>
          <a:p>
            <a:pPr lvl="1"/>
            <a:r>
              <a:rPr lang="he-IL" sz="2000" dirty="0" smtClean="0"/>
              <a:t>(הפיכת </a:t>
            </a:r>
            <a:r>
              <a:rPr lang="he-IL" sz="2000" dirty="0"/>
              <a:t>התמונה לשחור לבן, שינוי גודל </a:t>
            </a:r>
            <a:r>
              <a:rPr lang="he-IL" sz="2000" dirty="0" smtClean="0"/>
              <a:t>ורזולוציה)</a:t>
            </a:r>
            <a:endParaRPr lang="he-IL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he-IL" sz="2000" dirty="0"/>
          </a:p>
          <a:p>
            <a:pPr algn="r"/>
            <a:endParaRPr lang="he-IL" sz="2000" b="1" dirty="0"/>
          </a:p>
        </p:txBody>
      </p:sp>
    </p:spTree>
    <p:extLst>
      <p:ext uri="{BB962C8B-B14F-4D97-AF65-F5344CB8AC3E}">
        <p14:creationId xmlns:p14="http://schemas.microsoft.com/office/powerpoint/2010/main" val="3256609515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195</Words>
  <Application>Microsoft Office PowerPoint</Application>
  <PresentationFormat>מסך רחב</PresentationFormat>
  <Paragraphs>39</Paragraphs>
  <Slides>5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yael8249@gmail.com</dc:creator>
  <cp:lastModifiedBy>בלס יעל</cp:lastModifiedBy>
  <cp:revision>14</cp:revision>
  <dcterms:created xsi:type="dcterms:W3CDTF">2023-06-17T20:30:35Z</dcterms:created>
  <dcterms:modified xsi:type="dcterms:W3CDTF">2023-06-19T07:53:40Z</dcterms:modified>
</cp:coreProperties>
</file>